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Advance Ambulance-Alert Corridor Simulator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1400">
                <a:solidFill>
                  <a:srgbClr val="2B6CB0"/>
                </a:solidFill>
              </a:defRPr>
            </a:pPr>
            <a:r>
              <a:t>Microscopic Simulation of Emergency Vehicle Corridors &amp; Driver Awareness Systems</a:t>
            </a:r>
          </a:p>
          <a:p>
            <a:pPr>
              <a:defRPr sz="1200" b="1">
                <a:solidFill>
                  <a:srgbClr val="1A365D"/>
                </a:solidFill>
              </a:defRPr>
            </a:pPr>
            <a:r>
              <a:t>Project Team Members &amp; Contributions:</a:t>
            </a:r>
          </a:p>
          <a:p>
            <a:pPr>
              <a:spcBef>
                <a:spcPts val="400"/>
              </a:spcBef>
              <a:defRPr sz="1100">
                <a:solidFill>
                  <a:srgbClr val="4A5568"/>
                </a:solidFill>
              </a:defRPr>
            </a:pPr>
            <a:r>
              <a:t>• Member A: Simulation Core (simulator.py, config.py, test_simulator.py)</a:t>
            </a:r>
          </a:p>
          <a:p>
            <a:pPr>
              <a:spcBef>
                <a:spcPts val="400"/>
              </a:spcBef>
              <a:defRPr sz="1100">
                <a:solidFill>
                  <a:srgbClr val="4A5568"/>
                </a:solidFill>
              </a:defRPr>
            </a:pPr>
            <a:r>
              <a:t>• Member B: Experiments &amp; Analytics (experiments.py, summary.txt, CSV data)</a:t>
            </a:r>
          </a:p>
          <a:p>
            <a:pPr>
              <a:spcBef>
                <a:spcPts val="400"/>
              </a:spcBef>
              <a:defRPr sz="1100">
                <a:solidFill>
                  <a:srgbClr val="4A5568"/>
                </a:solidFill>
              </a:defRPr>
            </a:pPr>
            <a:r>
              <a:t>• Member C: Interactive Demo, Report &amp; Viva Preparation (notebook, report,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ADVANCE AMBULANCE-ALERT CORRIDOR SIMULATOR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The Problem: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In congested cities, ambulances get delayed because drivers react late to physical sirens.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Sudden braking and blocked lanes trap ambulances in critical traffic bottlenecks.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Advance digital alert systems give upstream drivers early awareness to yield proactively.</a:t>
            </a:r>
          </a:p>
          <a:p>
            <a:pPr>
              <a:spcBef>
                <a:spcPts val="1400"/>
              </a:spcBef>
              <a:defRPr sz="1400" b="1">
                <a:solidFill>
                  <a:srgbClr val="1A365D"/>
                </a:solidFill>
              </a:defRPr>
            </a:pPr>
            <a:r>
              <a:t>Objectives: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To simulate ambulance movement through a 1D traffic corridor.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To model the effect of advance alerts on driver behavior (cooperation factor α, horizon H).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To quantify reduction in ambulance travel time due to advance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ADVANCE AMBULANCE-ALERT CORRIDOR SIMULATOR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System Model &amp; Corridor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Model Specifications:</a:t>
            </a:r>
          </a:p>
          <a:p>
            <a:pPr>
              <a:spcBef>
                <a:spcPts val="300"/>
              </a:spcBef>
              <a:defRPr sz="1100">
                <a:solidFill>
                  <a:srgbClr val="4A5568"/>
                </a:solidFill>
              </a:defRPr>
            </a:pPr>
            <a:r>
              <a:t>• Corridor: 1D road divided into N = 20 segments | Density: 0.2 to 0.8 (increasing).</a:t>
            </a:r>
          </a:p>
          <a:p>
            <a:pPr>
              <a:spcBef>
                <a:spcPts val="300"/>
              </a:spcBef>
              <a:defRPr sz="1100">
                <a:solidFill>
                  <a:srgbClr val="4A5568"/>
                </a:solidFill>
              </a:defRPr>
            </a:pPr>
            <a:r>
              <a:t>• Ambulance Speed Model: v = v_max · (1 - ρ_eff[next_idx]), where v_max = 1.0 segment/step.</a:t>
            </a:r>
          </a:p>
          <a:p>
            <a:pPr>
              <a:spcBef>
                <a:spcPts val="300"/>
              </a:spcBef>
              <a:defRPr sz="1100">
                <a:solidFill>
                  <a:srgbClr val="4A5568"/>
                </a:solidFill>
              </a:defRPr>
            </a:pPr>
            <a:r>
              <a:t>• Alert Logic: Alert horizon H = 3 segments ahead; Cooperation factor α = 0.5.</a:t>
            </a:r>
          </a:p>
        </p:txBody>
      </p:sp>
      <p:pic>
        <p:nvPicPr>
          <p:cNvPr id="4" name="Picture 3" descr="corrido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7680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ADVANCE AMBULANCE-ALERT CORRIDOR SIMULATOR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Experimental Simulation Results</a:t>
            </a:r>
          </a:p>
        </p:txBody>
      </p:sp>
      <p:pic>
        <p:nvPicPr>
          <p:cNvPr id="3" name="Picture 2" descr="ambul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840480" cy="3108960"/>
          </a:xfrm>
          <a:prstGeom prst="rect">
            <a:avLst/>
          </a:prstGeom>
        </p:spPr>
      </p:pic>
      <p:pic>
        <p:nvPicPr>
          <p:cNvPr id="4" name="Picture 3" descr="time_saved_vs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840480" cy="1554480"/>
          </a:xfrm>
          <a:prstGeom prst="rect">
            <a:avLst/>
          </a:prstGeom>
        </p:spPr>
      </p:pic>
      <p:pic>
        <p:nvPicPr>
          <p:cNvPr id="5" name="Picture 4" descr="time_saved_vs_alph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17520"/>
            <a:ext cx="3840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ADVANCE AMBULANCE-ALERT CORRIDOR SIMULATOR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Insights &amp;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Observations &amp; Findings: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42.22% Measured Improvement: Travel time dropped from 45 to 26 time steps (19 steps saved).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Advance Clearing Efficiency: Warning H ≥ 1 segments ahead completely eliminates upcoming congestion blockages.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Cooperation Sensitivity: Higher compliance (α=0.0 to 1.0) monotonically saves up to 26 time steps (57.8% speedup).</a:t>
            </a:r>
          </a:p>
          <a:p>
            <a:pPr>
              <a:spcBef>
                <a:spcPts val="1400"/>
              </a:spcBef>
              <a:defRPr sz="1400" b="1">
                <a:solidFill>
                  <a:srgbClr val="1A365D"/>
                </a:solidFill>
              </a:defRPr>
            </a:pPr>
            <a:r>
              <a:t>Real-World Delivery Channels: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Navigation apps (Google Maps, Waze) providing upstream notifications.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Digital road signboards (VMS) on overhead expressway gantries.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SMS/cell-broadcast to phones in targeted emergency geo-areas.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CB0"/>
                </a:solidFill>
              </a:defRPr>
            </a:pPr>
            <a:r>
              <a:t>ADVANCE AMBULANCE-ALERT CORRIDOR SIMULATOR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Limitations: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Synthetic traffic pattern, not real empirical road sensor data.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1D corridor without multi-lane details, merging, or traffic lights.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Driver behavior modeled with simple deterministic cooperation factor.</a:t>
            </a:r>
          </a:p>
          <a:p>
            <a:pPr>
              <a:spcBef>
                <a:spcPts val="1400"/>
              </a:spcBef>
              <a:defRPr sz="1400" b="1">
                <a:solidFill>
                  <a:srgbClr val="1A365D"/>
                </a:solidFill>
              </a:defRPr>
            </a:pPr>
            <a:r>
              <a:t>Future Work: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Use real city maps and traffic data via microscopic simulators (SUMO / CORSIM).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Model multiple ambulances and complex interconnected urban corridors.</a:t>
            </a:r>
          </a:p>
          <a:p>
            <a:pPr>
              <a:spcBef>
                <a:spcPts val="600"/>
              </a:spcBef>
              <a:defRPr sz="1200">
                <a:solidFill>
                  <a:srgbClr val="4A5568"/>
                </a:solidFill>
              </a:defRPr>
            </a:pPr>
            <a:r>
              <a:t>• Integrate with real alert channels (APIs, smart traffic signals, Green Corridors).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